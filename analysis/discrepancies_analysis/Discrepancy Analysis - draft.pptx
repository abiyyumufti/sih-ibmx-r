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9" r:id="rId6"/>
    <p:sldId id="256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>
        <p:scale>
          <a:sx n="90" d="100"/>
          <a:sy n="90" d="100"/>
        </p:scale>
        <p:origin x="4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FD369-86CA-666E-DE71-9EAD45E6E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DDD9A-8E45-E8A8-0BDF-EB0FD6995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C1B6-DA0D-E7F8-B29C-D59964DA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1CD9F-C3DA-E923-981E-3FDF92F5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2BB63-B7F7-8A62-FF40-D124E918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16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CA56-6597-6BC1-89C8-BE668A6DF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FB60A-77D5-358B-60BC-922138DEA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AD68B-E79B-FCFD-0CBF-5DB83C402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BE306-3EFC-7149-7BF7-44B9523CE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9E108-4559-78F2-DFFA-0E3785BA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1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3F72F-9ABE-6DAA-8CCC-E21D94F4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61C0C-22F7-85BD-392F-5B6001149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4EB3D-3F32-A072-218C-24238992B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2F291-4502-EC51-2297-B5468437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812FD-2996-9C0F-A9AF-D74B356C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0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5847-2CF9-A3D6-2B19-502BD3F7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20869-29CA-4519-2CC2-D237E2FE0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2EED1-F27B-7890-9D5D-0EB1103A3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E508A-88FC-2920-4BB0-CF8E8A9C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EBB7F-FCC4-4A78-5AA3-FC58C368A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2C475-9B7A-A120-8803-BE26DAD1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F1A46-4114-B1F5-192D-54C8AECD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FEB72-810B-F0AF-E4EF-ED57D6C0F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1D62F-0499-983D-846D-40F7B6B5A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DF08C-EBF2-3C4F-3FCE-2C2B1D44A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5250-C48C-3BDD-A43D-3A1CAC172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6FDDE-39A6-C5F5-15DB-63941F678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66A873-CDF8-873E-ED75-3094CE6C2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112F4-5A82-0ECD-FA9B-91A8875D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1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E6B9-E0BC-CCC1-F0F8-270D67092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B9CBA8-E305-0D1A-D841-CE87D2CD8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7904CD-42B5-5F73-FF93-2073CC25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A7237-6ABE-B490-14D3-925FA9F9C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2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F4C3D-4F81-506E-73EB-B2BC4BB21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A06265-F144-EFEB-33CD-8D7274980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0F02E-63BD-1F9F-8649-18DE62AF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20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3605-F84C-365E-7725-53FA3BE88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7A52A-A540-736D-1444-917EA5FBF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79B8A-F399-419C-FA26-8A28B20F2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F8154-B2CE-4568-94AE-C0F0D748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9AC5A-F335-CD7B-450C-52404EFF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213F4-8AB1-8BBD-B63D-46A9F6336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45FE-D58D-E3C8-E43E-2D68A567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8E939D-4117-962C-65C8-BB179F8D74C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8E21F-2BC5-7700-5FCC-D5C4DCD13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1D33A-72F6-EE6F-BFF7-B8E67E4A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CBF17-325E-2695-2FA7-4CD5DC719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BADEC-6519-0BB1-482D-EC6F969E7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2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F804-7160-5FA0-6858-8D83117A6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15CC8-7FB4-BDC1-6BDF-25621AF0E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CE730-0AE1-B1C8-85C0-8E1DC69C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B9202-F084-0CF5-2730-FEA138426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BF4D7-B766-C2B3-1DB0-6F946E5CD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9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EB2A0D-89C3-2DF8-A0DF-A8ADE7F2C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BEE92-A93C-9853-DFA0-4B7A90D25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401E6-2172-18D0-F8BB-9A25B421A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840DE-1F2B-520F-53F1-195DED67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9131C-150F-3379-0E88-546F91A98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4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EBA216-38ED-6B29-5B25-2545B87B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0A015-CB85-84C6-FC5E-E666A8725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FDEE3-01EC-2340-4396-DEBEF3FBE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052B9-0ED7-4A22-B800-C27C38B47AA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59CE3-4858-F003-C70B-91B0B429E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6DBD9-45D2-1345-D9DB-1B9490BAF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245BF-CCEE-4ADC-9118-3263710E7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23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1B43B4-76A0-ABCD-FA6B-32160577CE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36"/>
          <a:stretch>
            <a:fillRect/>
          </a:stretch>
        </p:blipFill>
        <p:spPr>
          <a:xfrm>
            <a:off x="5497799" y="214239"/>
            <a:ext cx="4894190" cy="5672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2597C1-A9E6-C923-D392-5C8842516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72" y="214239"/>
            <a:ext cx="4525705" cy="56729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116BB2-5DF0-FBE7-5759-AF14AF029BA0}"/>
              </a:ext>
            </a:extLst>
          </p:cNvPr>
          <p:cNvSpPr txBox="1"/>
          <p:nvPr/>
        </p:nvSpPr>
        <p:spPr>
          <a:xfrm>
            <a:off x="5794047" y="1168413"/>
            <a:ext cx="263585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Nottingham DATA FILTER</a:t>
            </a:r>
            <a:br>
              <a:rPr lang="en-US" dirty="0"/>
            </a:br>
            <a:r>
              <a:rPr lang="en-US" dirty="0"/>
              <a:t>Before 15/09/2026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04795-743E-340F-526B-C3FCC1882611}"/>
              </a:ext>
            </a:extLst>
          </p:cNvPr>
          <p:cNvSpPr txBox="1"/>
          <p:nvPr/>
        </p:nvSpPr>
        <p:spPr>
          <a:xfrm>
            <a:off x="482085" y="1168412"/>
            <a:ext cx="3267433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EU on Nottingham DATA FILTER</a:t>
            </a:r>
            <a:br>
              <a:rPr lang="en-US" dirty="0"/>
            </a:br>
            <a:r>
              <a:rPr lang="en-US" dirty="0"/>
              <a:t>Before 15/09/2026</a:t>
            </a:r>
          </a:p>
        </p:txBody>
      </p:sp>
    </p:spTree>
    <p:extLst>
      <p:ext uri="{BB962C8B-B14F-4D97-AF65-F5344CB8AC3E}">
        <p14:creationId xmlns:p14="http://schemas.microsoft.com/office/powerpoint/2010/main" val="499238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F22B4-FF57-11F3-F8C0-10113F29D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71F643-62B2-AB8C-90C1-7F325EB57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177" y="1814743"/>
            <a:ext cx="7162403" cy="4154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A835B7-924A-B175-5208-60BB88913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72" y="214239"/>
            <a:ext cx="4525705" cy="56729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2D0824-F9F7-DABC-8921-81C7F4563D67}"/>
              </a:ext>
            </a:extLst>
          </p:cNvPr>
          <p:cNvSpPr txBox="1"/>
          <p:nvPr/>
        </p:nvSpPr>
        <p:spPr>
          <a:xfrm>
            <a:off x="5794047" y="1168413"/>
            <a:ext cx="263585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Nottingham DATA FILTER</a:t>
            </a:r>
            <a:br>
              <a:rPr lang="en-US" dirty="0"/>
            </a:br>
            <a:r>
              <a:rPr lang="en-US" dirty="0"/>
              <a:t>Before 15/09/2026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00A4F2-C9F1-2EF6-8716-820BC9177B26}"/>
              </a:ext>
            </a:extLst>
          </p:cNvPr>
          <p:cNvSpPr txBox="1"/>
          <p:nvPr/>
        </p:nvSpPr>
        <p:spPr>
          <a:xfrm>
            <a:off x="482085" y="1168412"/>
            <a:ext cx="3267433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EU on Nottingham DATA FILTER</a:t>
            </a:r>
            <a:br>
              <a:rPr lang="en-US" dirty="0"/>
            </a:br>
            <a:r>
              <a:rPr lang="en-US" dirty="0"/>
              <a:t>Before 15/09/2026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B050C5-8C7C-D2DD-184D-7F1C8F1DF167}"/>
              </a:ext>
            </a:extLst>
          </p:cNvPr>
          <p:cNvSpPr txBox="1"/>
          <p:nvPr/>
        </p:nvSpPr>
        <p:spPr>
          <a:xfrm>
            <a:off x="482085" y="5809902"/>
            <a:ext cx="69454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this is out: </a:t>
            </a:r>
            <a:br>
              <a:rPr lang="en-US" dirty="0"/>
            </a:br>
            <a:r>
              <a:rPr lang="en-US" dirty="0"/>
              <a:t>Bosch, Fette 23, Fette12, Fette2, Fette20, Fette4, Fette5, Gran0, S14</a:t>
            </a:r>
          </a:p>
        </p:txBody>
      </p:sp>
    </p:spTree>
    <p:extLst>
      <p:ext uri="{BB962C8B-B14F-4D97-AF65-F5344CB8AC3E}">
        <p14:creationId xmlns:p14="http://schemas.microsoft.com/office/powerpoint/2010/main" val="748385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468A520-0D13-C825-A04E-63FD45D26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51" y="401053"/>
            <a:ext cx="5003362" cy="54598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A9549-D47F-100F-EE71-80EB94D600F0}"/>
              </a:ext>
            </a:extLst>
          </p:cNvPr>
          <p:cNvSpPr txBox="1"/>
          <p:nvPr/>
        </p:nvSpPr>
        <p:spPr>
          <a:xfrm>
            <a:off x="1550651" y="3873909"/>
            <a:ext cx="2074927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EU on HULL FILTER</a:t>
            </a:r>
            <a:br>
              <a:rPr lang="en-US" dirty="0"/>
            </a:br>
            <a:r>
              <a:rPr lang="en-US" dirty="0"/>
              <a:t>Before 13/09/2026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B4F9B2-FBA5-ECC4-A1CC-472EE68FE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252" y="545691"/>
            <a:ext cx="5585575" cy="4876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9DCCBC-4336-969A-82E4-A7CD83B25B28}"/>
              </a:ext>
            </a:extLst>
          </p:cNvPr>
          <p:cNvSpPr txBox="1"/>
          <p:nvPr/>
        </p:nvSpPr>
        <p:spPr>
          <a:xfrm>
            <a:off x="7579894" y="3886317"/>
            <a:ext cx="200587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HULL DATA FILTER</a:t>
            </a:r>
            <a:br>
              <a:rPr lang="en-US" dirty="0"/>
            </a:br>
            <a:r>
              <a:rPr lang="en-US" dirty="0"/>
              <a:t>Before 15/09/2026</a:t>
            </a:r>
          </a:p>
        </p:txBody>
      </p:sp>
    </p:spTree>
    <p:extLst>
      <p:ext uri="{BB962C8B-B14F-4D97-AF65-F5344CB8AC3E}">
        <p14:creationId xmlns:p14="http://schemas.microsoft.com/office/powerpoint/2010/main" val="411440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5D439-8F47-E94D-581C-DCA018A36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E016CA8-97FF-55BA-B7A2-0A8F860A2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489" y="89262"/>
            <a:ext cx="6368619" cy="54791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ADCE95-3525-4550-03CA-FFC7A53F7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29" y="178524"/>
            <a:ext cx="5003362" cy="54598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7B7EBA-C3A0-1E42-12DE-F3AB32D286FF}"/>
              </a:ext>
            </a:extLst>
          </p:cNvPr>
          <p:cNvSpPr txBox="1"/>
          <p:nvPr/>
        </p:nvSpPr>
        <p:spPr>
          <a:xfrm>
            <a:off x="1478462" y="4040209"/>
            <a:ext cx="2074927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EU on HULL FILTER</a:t>
            </a:r>
            <a:br>
              <a:rPr lang="en-US" dirty="0"/>
            </a:br>
            <a:r>
              <a:rPr lang="en-US" dirty="0"/>
              <a:t>Before 13/09/2026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BE699B-3BB2-3A89-F260-62A9702AFF0F}"/>
              </a:ext>
            </a:extLst>
          </p:cNvPr>
          <p:cNvSpPr txBox="1"/>
          <p:nvPr/>
        </p:nvSpPr>
        <p:spPr>
          <a:xfrm>
            <a:off x="248430" y="5479147"/>
            <a:ext cx="11390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this is out:</a:t>
            </a:r>
            <a:br>
              <a:rPr lang="en-US" dirty="0"/>
            </a:br>
            <a:r>
              <a:rPr lang="en-US" dirty="0"/>
              <a:t>4 </a:t>
            </a:r>
            <a:r>
              <a:rPr lang="en-US" dirty="0" err="1"/>
              <a:t>Tonne</a:t>
            </a:r>
            <a:r>
              <a:rPr lang="en-US" dirty="0"/>
              <a:t>, 6 </a:t>
            </a:r>
            <a:r>
              <a:rPr lang="en-US" dirty="0" err="1"/>
              <a:t>Tonne</a:t>
            </a:r>
            <a:r>
              <a:rPr lang="en-US" dirty="0"/>
              <a:t>, 6000L, Analgesics Processing, Analgesics X Press, Bosch </a:t>
            </a:r>
            <a:r>
              <a:rPr lang="en-US" dirty="0" err="1"/>
              <a:t>Capsulator</a:t>
            </a:r>
            <a:r>
              <a:rPr lang="en-US" dirty="0"/>
              <a:t>, Dettol 1, Evolution, Fitten, Gaviscon TPR, Gaviscon XP700(A), GG4, GG5, GG6, GG7, </a:t>
            </a:r>
            <a:r>
              <a:rPr lang="en-US" dirty="0" err="1"/>
              <a:t>Lemsip</a:t>
            </a:r>
            <a:r>
              <a:rPr lang="en-US" dirty="0"/>
              <a:t> Process, Senokot Press, </a:t>
            </a:r>
            <a:r>
              <a:rPr lang="en-US" dirty="0" err="1"/>
              <a:t>Symex</a:t>
            </a:r>
            <a:r>
              <a:rPr lang="en-US" dirty="0"/>
              <a:t> suite, </a:t>
            </a:r>
            <a:r>
              <a:rPr lang="en-US" dirty="0" err="1"/>
              <a:t>Vacumix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062A00-AEE8-0C10-B1FC-6720F4762507}"/>
              </a:ext>
            </a:extLst>
          </p:cNvPr>
          <p:cNvSpPr txBox="1"/>
          <p:nvPr/>
        </p:nvSpPr>
        <p:spPr>
          <a:xfrm>
            <a:off x="6015486" y="4040209"/>
            <a:ext cx="200587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HULL DATA FILTER</a:t>
            </a:r>
            <a:br>
              <a:rPr lang="en-US" dirty="0"/>
            </a:br>
            <a:r>
              <a:rPr lang="en-US" dirty="0"/>
              <a:t>Before 13/09/2026</a:t>
            </a:r>
          </a:p>
        </p:txBody>
      </p:sp>
    </p:spTree>
    <p:extLst>
      <p:ext uri="{BB962C8B-B14F-4D97-AF65-F5344CB8AC3E}">
        <p14:creationId xmlns:p14="http://schemas.microsoft.com/office/powerpoint/2010/main" val="2579821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9dc9b9-8d3f-4104-b764-006745622ba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DBB3CF7E20A044AC52404CEA37A7F0" ma:contentTypeVersion="9" ma:contentTypeDescription="Create a new document." ma:contentTypeScope="" ma:versionID="c6cf550451cfb018c3c76b0e1ff73334">
  <xsd:schema xmlns:xsd="http://www.w3.org/2001/XMLSchema" xmlns:xs="http://www.w3.org/2001/XMLSchema" xmlns:p="http://schemas.microsoft.com/office/2006/metadata/properties" xmlns:ns3="819dc9b9-8d3f-4104-b764-006745622ba9" targetNamespace="http://schemas.microsoft.com/office/2006/metadata/properties" ma:root="true" ma:fieldsID="b9db8502fd8a57df6c392f2e5e4f88cf" ns3:_="">
    <xsd:import namespace="819dc9b9-8d3f-4104-b764-006745622b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dc9b9-8d3f-4104-b764-006745622b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73C43D-6561-48D4-8F91-018F931450FA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819dc9b9-8d3f-4104-b764-006745622ba9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05BCFE9-6879-4001-9FCA-D6367DA47B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A6F608-04FF-488D-BC14-0009EE86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9dc9b9-8d3f-4104-b764-006745622b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135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Hanif, Mufti</dc:creator>
  <cp:lastModifiedBy>Hanif, Mufti</cp:lastModifiedBy>
  <cp:revision>4</cp:revision>
  <dcterms:created xsi:type="dcterms:W3CDTF">2026-10-27T04:14:36Z</dcterms:created>
  <dcterms:modified xsi:type="dcterms:W3CDTF">2026-10-27T09:19:54Z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0x01010067DBB3CF7E20A044AC52404CEA37A7F0</vt:lpwstr>
  </property>
</Properties>
</file>